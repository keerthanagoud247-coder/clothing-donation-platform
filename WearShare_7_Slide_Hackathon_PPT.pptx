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F9E31-B31C-7162-D63C-F83E63A6A1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E2D86-4BD0-C281-1FAB-A63843E8B4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b="1" u="sng" dirty="0">
                <a:latin typeface="Bell MT" panose="02020503060305020303" pitchFamily="18" charset="0"/>
              </a:rPr>
              <a:t>Team : </a:t>
            </a:r>
          </a:p>
          <a:p>
            <a:r>
              <a:rPr lang="en-US" sz="2400" dirty="0" err="1">
                <a:latin typeface="Bell MT" panose="02020503060305020303" pitchFamily="18" charset="0"/>
              </a:rPr>
              <a:t>K.Keerthana</a:t>
            </a:r>
            <a:endParaRPr lang="en-US" sz="2400" dirty="0">
              <a:latin typeface="Bell MT" panose="02020503060305020303" pitchFamily="18" charset="0"/>
            </a:endParaRPr>
          </a:p>
          <a:p>
            <a:r>
              <a:rPr lang="en-US" sz="2400" dirty="0" err="1">
                <a:latin typeface="Bell MT" panose="02020503060305020303" pitchFamily="18" charset="0"/>
              </a:rPr>
              <a:t>E.Gangothri</a:t>
            </a:r>
            <a:endParaRPr lang="en-US" sz="2400" dirty="0">
              <a:latin typeface="Bell MT" panose="02020503060305020303" pitchFamily="18" charset="0"/>
            </a:endParaRPr>
          </a:p>
          <a:p>
            <a:r>
              <a:rPr lang="en-US" sz="2400" dirty="0" err="1">
                <a:latin typeface="Bell MT" panose="02020503060305020303" pitchFamily="18" charset="0"/>
              </a:rPr>
              <a:t>T.Sai</a:t>
            </a:r>
            <a:r>
              <a:rPr lang="en-US" sz="2400" dirty="0">
                <a:latin typeface="Bell MT" panose="02020503060305020303" pitchFamily="18" charset="0"/>
              </a:rPr>
              <a:t> Hansika</a:t>
            </a:r>
          </a:p>
          <a:p>
            <a:r>
              <a:rPr lang="en-US" sz="2400" dirty="0" err="1">
                <a:latin typeface="Bell MT" panose="02020503060305020303" pitchFamily="18" charset="0"/>
              </a:rPr>
              <a:t>R.Shravya</a:t>
            </a:r>
            <a:r>
              <a:rPr lang="en-US" sz="2400" dirty="0">
                <a:latin typeface="Bell MT" panose="02020503060305020303" pitchFamily="18" charset="0"/>
              </a:rPr>
              <a:t> Sri</a:t>
            </a:r>
          </a:p>
          <a:p>
            <a:r>
              <a:rPr lang="en-US" sz="2400" b="1" u="sng" dirty="0">
                <a:latin typeface="Bell MT" panose="02020503060305020303" pitchFamily="18" charset="0"/>
              </a:rPr>
              <a:t>Problem statement </a:t>
            </a:r>
            <a:r>
              <a:rPr lang="en-US" sz="2400" dirty="0">
                <a:latin typeface="Bell MT" panose="02020503060305020303" pitchFamily="18" charset="0"/>
              </a:rPr>
              <a:t>: clothing donation platform</a:t>
            </a:r>
          </a:p>
          <a:p>
            <a:r>
              <a:rPr lang="en-US" sz="2400" dirty="0">
                <a:latin typeface="Bell MT" panose="02020503060305020303" pitchFamily="18" charset="0"/>
              </a:rPr>
              <a:t>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10F17-A136-4D43-83EF-9B7579AF0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417" y="56843"/>
            <a:ext cx="4419983" cy="35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23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182880"/>
            <a:ext cx="2286000" cy="2286000"/>
          </a:xfrm>
          <a:prstGeom prst="ellipse">
            <a:avLst/>
          </a:prstGeom>
          <a:solidFill>
            <a:srgbClr val="21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3566160"/>
            <a:ext cx="1828800" cy="1828800"/>
          </a:xfrm>
          <a:prstGeom prst="ellipse">
            <a:avLst/>
          </a:prstGeom>
          <a:solidFill>
            <a:srgbClr val="27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4663440"/>
            <a:ext cx="1005840" cy="1005840"/>
          </a:xfrm>
          <a:prstGeom prst="ellipse">
            <a:avLst/>
          </a:prstGeom>
          <a:solidFill>
            <a:srgbClr val="2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EDCC5"/>
                </a:solidFill>
                <a:latin typeface="Aptos"/>
              </a:rPr>
              <a:t>HACKATHON PROJECT  •  CLOTHING DONATION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66751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ptos Display"/>
              </a:rPr>
              <a:t>WearShare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23160"/>
            <a:ext cx="5852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0A56B"/>
                </a:solidFill>
                <a:latin typeface="Aptos Display"/>
              </a:rPr>
              <a:t>Give clothes a second life.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46120"/>
            <a:ext cx="5577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2EFE2"/>
                </a:solidFill>
                <a:latin typeface="Aptos"/>
              </a:rPr>
              <a:t>A digital platform that connects clothing donors with community organizations and makes pickups easier to manage.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72000"/>
            <a:ext cx="1143000" cy="384048"/>
          </a:xfrm>
          <a:prstGeom prst="roundRect">
            <a:avLst/>
          </a:prstGeom>
          <a:solidFill>
            <a:srgbClr val="265344"/>
          </a:solidFill>
          <a:ln>
            <a:solidFill>
              <a:srgbClr val="4F8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4645152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DONATE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02536" y="4572000"/>
            <a:ext cx="1371600" cy="384048"/>
          </a:xfrm>
          <a:prstGeom prst="roundRect">
            <a:avLst/>
          </a:prstGeom>
          <a:solidFill>
            <a:srgbClr val="265344"/>
          </a:solidFill>
          <a:ln>
            <a:solidFill>
              <a:srgbClr val="4F8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02536" y="464515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SCHEDULE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3" y="4572000"/>
            <a:ext cx="1005840" cy="384048"/>
          </a:xfrm>
          <a:prstGeom prst="roundRect">
            <a:avLst/>
          </a:prstGeom>
          <a:solidFill>
            <a:srgbClr val="265344"/>
          </a:solidFill>
          <a:ln>
            <a:solidFill>
              <a:srgbClr val="4F8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83863" y="464515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TRACK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9432" y="4572000"/>
            <a:ext cx="1691640" cy="384048"/>
          </a:xfrm>
          <a:prstGeom prst="roundRect">
            <a:avLst/>
          </a:prstGeom>
          <a:solidFill>
            <a:srgbClr val="265344"/>
          </a:solidFill>
          <a:ln>
            <a:solidFill>
              <a:srgbClr val="4F8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4645152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MAKE AN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325880"/>
            <a:ext cx="3657600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0" b="0" i="0">
                <a:solidFill>
                  <a:srgbClr val="FFFFFF"/>
                </a:solidFill>
                <a:latin typeface="Aptos"/>
              </a:rPr>
              <a:t>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8862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2E9D6"/>
                </a:solidFill>
                <a:latin typeface="Aptos"/>
              </a:rPr>
              <a:t>♧  DONATE • REUSE • 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2636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EDCC5"/>
                </a:solidFill>
                <a:latin typeface="Aptos"/>
              </a:rPr>
              <a:t>01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02 •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Good clothes are wasted while needs go unmet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The gap is not always a lack of clothing — it is often a lack of coordination.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02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3520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2020824"/>
            <a:ext cx="54864" cy="1261872"/>
          </a:xfrm>
          <a:prstGeom prst="rect">
            <a:avLst/>
          </a:prstGeom>
          <a:solidFill>
            <a:srgbClr val="F0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0391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0A56B"/>
                </a:solidFill>
                <a:latin typeface="Aptos"/>
              </a:rPr>
              <a:t>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207568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Clothes go unused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32887"/>
            <a:ext cx="30632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97E71"/>
                </a:solidFill>
                <a:latin typeface="Aptos"/>
              </a:rPr>
              <a:t>Wearable clothing often sits in wardrobes or gets discarded instead of being reused.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3520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020824"/>
            <a:ext cx="54864" cy="1261872"/>
          </a:xfrm>
          <a:prstGeom prst="rect">
            <a:avLst/>
          </a:prstGeom>
          <a:solidFill>
            <a:srgbClr val="21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0391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5C49"/>
                </a:solidFill>
                <a:latin typeface="Aptos"/>
              </a:rPr>
              <a:t>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07568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Donating feels difficult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32887"/>
            <a:ext cx="30632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97E71"/>
                </a:solidFill>
                <a:latin typeface="Aptos"/>
              </a:rPr>
              <a:t>Donors may not know whom to contact, what items are needed, or how pickup works.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74519"/>
            <a:ext cx="3520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2020824"/>
            <a:ext cx="54864" cy="1261872"/>
          </a:xfrm>
          <a:prstGeom prst="rect">
            <a:avLst/>
          </a:prstGeom>
          <a:solidFill>
            <a:srgbClr val="6A7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20391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A70AE"/>
                </a:solidFill>
                <a:latin typeface="Aptos"/>
              </a:rPr>
              <a:t>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207568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Coordination is fragmented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32887"/>
            <a:ext cx="30632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97E71"/>
                </a:solidFill>
                <a:latin typeface="Aptos"/>
              </a:rPr>
              <a:t>Paper records and scattered messages make quantities, pickup dates, and status hard to track.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886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5C49"/>
                </a:solidFill>
                <a:latin typeface="Aptos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43400"/>
            <a:ext cx="4846320" cy="1417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Communities need access to clean, wearable clothing.</a:t>
            </a:r>
          </a:p>
          <a:p>
            <a:pPr>
              <a:spcAft>
                <a:spcPts val="9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Reuse can reduce unnecessary textile waste.</a:t>
            </a:r>
          </a:p>
          <a:p>
            <a:pPr>
              <a:spcAft>
                <a:spcPts val="9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A clear process builds trust and accountability.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3977639"/>
            <a:ext cx="5440680" cy="1691640"/>
          </a:xfrm>
          <a:prstGeom prst="roundRect">
            <a:avLst/>
          </a:prstGeom>
          <a:solidFill>
            <a:srgbClr val="E2EFE2"/>
          </a:solidFill>
          <a:ln>
            <a:solidFill>
              <a:srgbClr val="E2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256032" rIns="256032" bIns="256032" rtlCol="0" anchor="ctr"/>
          <a:lstStyle/>
          <a:p>
            <a:pPr algn="ctr">
              <a:spcAft>
                <a:spcPts val="1000"/>
              </a:spcAft>
              <a:defRPr sz="1100" b="1">
                <a:solidFill>
                  <a:srgbClr val="215C49"/>
                </a:solidFill>
                <a:latin typeface="Aptos"/>
              </a:defRPr>
            </a:pPr>
            <a:r>
              <a:t>CORE CHALLENGE</a:t>
            </a:r>
          </a:p>
          <a:p>
            <a:pPr>
              <a:spcAft>
                <a:spcPts val="0"/>
              </a:spcAft>
              <a:defRPr sz="2100" b="1">
                <a:solidFill>
                  <a:srgbClr val="173F35"/>
                </a:solidFill>
                <a:latin typeface="Aptos"/>
              </a:defRPr>
            </a:pPr>
            <a:r>
              <a:t>How might we make clothing donation simple, traceable, and easier to coordinate?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03 • OUR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One simple journey, from wardrobe to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WearShare brings donation details, pickup preferences, and status tracking into one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03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0574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5C49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2996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F35"/>
                </a:solidFill>
                <a:latin typeface="Aptos"/>
              </a:rPr>
              <a:t>Submit a donation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50592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Capture donor contact, clothing category, quantity, condition, and address.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20574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0A56B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02996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F35"/>
                </a:solidFill>
                <a:latin typeface="Aptos"/>
              </a:rPr>
              <a:t>Plan pickup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450592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Save a preferred date and time slot for easier coordination.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8862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A70AE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5876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F35"/>
                </a:solidFill>
                <a:latin typeface="Aptos"/>
              </a:rPr>
              <a:t>Track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279392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Move each record through Pending, Pickup Scheduled, Collected, and Delivered.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6576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8" y="38862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5C49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85876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F35"/>
                </a:solidFill>
                <a:latin typeface="Aptos"/>
              </a:rPr>
              <a:t>See the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279392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View donation totals, pieces contributed, and recent activity.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715000"/>
            <a:ext cx="10881360" cy="502920"/>
          </a:xfrm>
          <a:prstGeom prst="roundRect">
            <a:avLst/>
          </a:prstGeom>
          <a:solidFill>
            <a:srgbClr val="EEF4EB"/>
          </a:solidFill>
          <a:ln>
            <a:solidFill>
              <a:srgbClr val="EE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28016" rIns="128016" bIns="128016" rtlCol="0" anchor="ctr"/>
          <a:lstStyle/>
          <a:p>
            <a:pPr algn="ctr">
              <a:spcAft>
                <a:spcPts val="0"/>
              </a:spcAft>
              <a:defRPr sz="1200" b="1">
                <a:solidFill>
                  <a:srgbClr val="215C49"/>
                </a:solidFill>
                <a:latin typeface="Aptos"/>
              </a:defRPr>
            </a:pPr>
            <a:r>
              <a:t>WHAT MAKES IT USEFUL  •  A single donation record connects the person, the clothes, the pickup plan, and the latest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04 •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A clear workflow from input to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The user journey is designed to be understandable even for first-time donors.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04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WEARSHARE  •  GIVE CLOTHES A SECOND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Donor + clothing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Name, contact, type, quantity, condition, address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301752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0A56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59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44951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3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Check required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1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Ensure quantity is a positive whole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7" y="301752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0A56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799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22391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4103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Save donation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2391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API writes the record to the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9207" y="301752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0A56B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99831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MANAGE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1544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Schedule &amp;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9831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Search, edit, and change donation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01752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0A56B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12680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77272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58984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Track the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77272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Dashboard shows records, totals, and progress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800600"/>
            <a:ext cx="10835640" cy="868680"/>
          </a:xfrm>
          <a:prstGeom prst="roundRect">
            <a:avLst/>
          </a:prstGeom>
          <a:solidFill>
            <a:srgbClr val="E2EFE2"/>
          </a:solidFill>
          <a:ln>
            <a:solidFill>
              <a:srgbClr val="E2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64592" rIns="164592" bIns="164592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215C49"/>
                </a:solidFill>
                <a:latin typeface="Aptos"/>
              </a:defRPr>
            </a:pPr>
            <a:r>
              <a:t>USER JOURNEY</a:t>
            </a:r>
          </a:p>
          <a:p>
            <a:pPr>
              <a:spcAft>
                <a:spcPts val="0"/>
              </a:spcAft>
              <a:defRPr sz="1500" b="1">
                <a:solidFill>
                  <a:srgbClr val="173F35"/>
                </a:solidFill>
                <a:latin typeface="Aptos"/>
              </a:defRPr>
            </a:pPr>
            <a:r>
              <a:t>Open app → fill donation form → submit → view the record → schedule/update pickup → follow status on the dashboard.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97E71"/>
                </a:solidFill>
                <a:latin typeface="Aptos"/>
              </a:rPr>
              <a:t>Status path: Pending  →  Pickup Scheduled  →  Collected  →  Delivered  (or Cancelled)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05 • TECHNOLOGY &amp;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Built around reliable CRUD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Current implementation uses Hatchable-hosted APIs and a PostgreSQL database; it is not yet the exact MERN 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05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WEARSHARE  •  GIVE CLOTHES A SECOND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28800"/>
            <a:ext cx="35204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975104"/>
            <a:ext cx="54864" cy="1005839"/>
          </a:xfrm>
          <a:prstGeom prst="rect">
            <a:avLst/>
          </a:prstGeom>
          <a:solidFill>
            <a:srgbClr val="21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5C49"/>
                </a:solidFill>
                <a:latin typeface="Aptos"/>
              </a:rPr>
              <a:t>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02996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87168"/>
            <a:ext cx="306324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HTML, CSS, JavaScript • responsive dashboard and forms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204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975104"/>
            <a:ext cx="54864" cy="1005839"/>
          </a:xfrm>
          <a:prstGeom prst="rect">
            <a:avLst/>
          </a:prstGeom>
          <a:solidFill>
            <a:srgbClr val="F0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99339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0A56B"/>
                </a:solidFill>
                <a:latin typeface="Aptos"/>
              </a:rPr>
              <a:t>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02996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API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87168"/>
            <a:ext cx="306324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REST endpoints • create, read, update, delete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828800"/>
            <a:ext cx="35204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65008" y="1975104"/>
            <a:ext cx="54864" cy="1005839"/>
          </a:xfrm>
          <a:prstGeom prst="rect">
            <a:avLst/>
          </a:prstGeom>
          <a:solidFill>
            <a:srgbClr val="6A7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6" y="199339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A70AE"/>
                </a:solidFill>
                <a:latin typeface="Aptos"/>
              </a:rPr>
              <a:t>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02996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487168"/>
            <a:ext cx="306324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Hatchable PostgreSQL • persistent donation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49300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5C49"/>
                </a:solidFill>
                <a:latin typeface="Aptos"/>
              </a:rPr>
              <a:t>MAIN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886200"/>
            <a:ext cx="5120640" cy="1463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2372E"/>
                </a:solidFill>
                <a:latin typeface="Aptos"/>
              </a:defRPr>
            </a:pPr>
            <a:r>
              <a:t>•  Input validation before saving.</a:t>
            </a:r>
          </a:p>
          <a:p>
            <a:pPr>
              <a:spcAft>
                <a:spcPts val="900"/>
              </a:spcAft>
              <a:defRPr sz="1300">
                <a:solidFill>
                  <a:srgbClr val="22372E"/>
                </a:solidFill>
                <a:latin typeface="Aptos"/>
              </a:defRPr>
            </a:pPr>
            <a:r>
              <a:t>•  Search/filter records by text and status.</a:t>
            </a:r>
          </a:p>
          <a:p>
            <a:pPr>
              <a:spcAft>
                <a:spcPts val="900"/>
              </a:spcAft>
              <a:defRPr sz="1300">
                <a:solidFill>
                  <a:srgbClr val="22372E"/>
                </a:solidFill>
                <a:latin typeface="Aptos"/>
              </a:defRPr>
            </a:pPr>
            <a:r>
              <a:t>•  Aggregate donation count, piece totals, and statuses.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61188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01168" rIns="201168" bIns="201168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215C49"/>
                </a:solidFill>
                <a:latin typeface="Aptos"/>
              </a:defRPr>
            </a:pPr>
            <a:r>
              <a:t>COMPLEXITY</a:t>
            </a:r>
          </a:p>
          <a:p>
            <a:pPr>
              <a:spcAft>
                <a:spcPts val="700"/>
              </a:spcAft>
              <a:defRPr sz="1200" b="0">
                <a:solidFill>
                  <a:srgbClr val="22372E"/>
                </a:solidFill>
                <a:latin typeface="Aptos"/>
              </a:defRPr>
            </a:pPr>
            <a:r>
              <a:t>Create / read one record: typically O(1) database lookup by ID (index-dependent).</a:t>
            </a:r>
          </a:p>
          <a:p>
            <a:pPr>
              <a:spcAft>
                <a:spcPts val="700"/>
              </a:spcAft>
              <a:defRPr sz="1200" b="0">
                <a:solidFill>
                  <a:srgbClr val="22372E"/>
                </a:solidFill>
                <a:latin typeface="Aptos"/>
              </a:defRPr>
            </a:pPr>
            <a:r>
              <a:t>Dashboard totals and client-side filtering: O(n) over the loaded donation records.</a:t>
            </a:r>
          </a:p>
          <a:p>
            <a:pPr>
              <a:spcAft>
                <a:spcPts val="0"/>
              </a:spcAft>
              <a:defRPr sz="1200" b="1">
                <a:solidFill>
                  <a:srgbClr val="173F35"/>
                </a:solidFill>
                <a:latin typeface="Aptos"/>
              </a:defRPr>
            </a:pPr>
            <a:r>
              <a:t>Scale-up: add pagination, indexes, authentication, and role-based access.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66928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5C49"/>
                </a:solidFill>
                <a:latin typeface="Aptos"/>
              </a:rPr>
              <a:t>MERN target architecture: React UI → Node.js + Express REST API → MongoDB collections.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06 • DEMO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Designed for a quick, clear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Walk the judges through a donation from submission to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06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WEARSHARE  •  GIVE CLOTHES A SECOND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8521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" y="1993392"/>
            <a:ext cx="1234440" cy="3136392"/>
          </a:xfrm>
          <a:prstGeom prst="roundRect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♧ WearShare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97480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ptos"/>
              </a:rPr>
              <a:t>●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36392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C0D7C8"/>
                </a:solidFill>
                <a:latin typeface="Aptos"/>
              </a:rPr>
              <a:t>· Donations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575304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C0D7C8"/>
                </a:solidFill>
                <a:latin typeface="Aptos"/>
              </a:rPr>
              <a:t>· Donate clothes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014216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C0D7C8"/>
                </a:solidFill>
                <a:latin typeface="Aptos"/>
              </a:rPr>
              <a:t>· Organizations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14884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Every thread tells a 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697480"/>
            <a:ext cx="1097280" cy="777240"/>
          </a:xfrm>
          <a:prstGeom prst="roundRect">
            <a:avLst/>
          </a:prstGeom>
          <a:solidFill>
            <a:srgbClr val="EEF4EB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77440" y="281635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Donations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0540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15C49"/>
                </a:solidFill>
                <a:latin typeface="Aptos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2697480"/>
            <a:ext cx="1097280" cy="777240"/>
          </a:xfrm>
          <a:prstGeom prst="roundRect">
            <a:avLst/>
          </a:prstGeom>
          <a:solidFill>
            <a:srgbClr val="EEF4EB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11880" y="281635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Pieces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0540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15C49"/>
                </a:solidFill>
                <a:latin typeface="Aptos"/>
              </a:rPr>
              <a:t>86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2697480"/>
            <a:ext cx="1097280" cy="777240"/>
          </a:xfrm>
          <a:prstGeom prst="roundRect">
            <a:avLst/>
          </a:prstGeom>
          <a:solidFill>
            <a:srgbClr val="EEF4EB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0" y="281635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Collected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0540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15C49"/>
                </a:solidFill>
                <a:latin typeface="Aptos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703320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F35"/>
                </a:solidFill>
                <a:latin typeface="Aptos"/>
              </a:rPr>
              <a:t>Recent donations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04164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372E"/>
                </a:solidFill>
                <a:latin typeface="Aptos"/>
              </a:rPr>
              <a:t>A. Sharma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404164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97E71"/>
                </a:solidFill>
                <a:latin typeface="Aptos"/>
              </a:rPr>
              <a:t>Shirts •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04164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15C49"/>
                </a:solidFill>
                <a:latin typeface="Aptos"/>
              </a:rPr>
              <a:t>Pending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36168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372E"/>
                </a:solidFill>
                <a:latin typeface="Aptos"/>
              </a:rPr>
              <a:t>R. Kumar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36168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97E71"/>
                </a:solidFill>
                <a:latin typeface="Aptos"/>
              </a:rPr>
              <a:t>Kidswear • 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436168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15C49"/>
                </a:solidFill>
                <a:latin typeface="Aptos"/>
              </a:rPr>
              <a:t>Scheduled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68172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372E"/>
                </a:solidFill>
                <a:latin typeface="Aptos"/>
              </a:rPr>
              <a:t>S. Rao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68172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97E71"/>
                </a:solidFill>
                <a:latin typeface="Aptos"/>
              </a:rPr>
              <a:t>Sarees •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68172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15C49"/>
                </a:solidFill>
                <a:latin typeface="Aptos"/>
              </a:rPr>
              <a:t>Delivered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468112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697E71"/>
                </a:solidFill>
                <a:latin typeface="Aptos"/>
              </a:rPr>
              <a:t>ILLUSTRATIVE MOCKUP — sample values, not live project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190195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5C49"/>
                </a:solidFill>
                <a:latin typeface="Aptos"/>
              </a:rPr>
              <a:t>LIVE DEMO CHECKLIST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2331720"/>
            <a:ext cx="4389120" cy="2103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Create a sample donation.</a:t>
            </a:r>
          </a:p>
          <a:p>
            <a:pPr>
              <a:spcAft>
                <a:spcPts val="12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Show the new record in the dashboard.</a:t>
            </a:r>
          </a:p>
          <a:p>
            <a:pPr>
              <a:spcAft>
                <a:spcPts val="12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Edit the pickup status.</a:t>
            </a:r>
          </a:p>
          <a:p>
            <a:pPr>
              <a:spcAft>
                <a:spcPts val="12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Filter records and verify the totals.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4709160"/>
            <a:ext cx="4434840" cy="822960"/>
          </a:xfrm>
          <a:prstGeom prst="roundRect">
            <a:avLst/>
          </a:prstGeom>
          <a:solidFill>
            <a:srgbClr val="E2EFE2"/>
          </a:solidFill>
          <a:ln>
            <a:solidFill>
              <a:srgbClr val="E2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5448" tIns="155448" rIns="155448" bIns="155448" rtlCol="0" anchor="ctr"/>
          <a:lstStyle/>
          <a:p>
            <a:pPr algn="ctr">
              <a:spcAft>
                <a:spcPts val="500"/>
              </a:spcAft>
              <a:defRPr sz="1000" b="1">
                <a:solidFill>
                  <a:srgbClr val="215C49"/>
                </a:solidFill>
                <a:latin typeface="Aptos"/>
              </a:defRPr>
            </a:pPr>
            <a:r>
              <a:t>VALIDATION RESULT</a:t>
            </a:r>
          </a:p>
          <a:p>
            <a:pPr>
              <a:spcAft>
                <a:spcPts val="0"/>
              </a:spcAft>
              <a:defRPr sz="1200" b="1">
                <a:solidFill>
                  <a:srgbClr val="173F35"/>
                </a:solidFill>
                <a:latin typeface="Aptos"/>
              </a:defRPr>
            </a:pPr>
            <a:r>
              <a:t>Create, update, and delete API routes were tested successfully.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571500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97E71"/>
                </a:solidFill>
                <a:latin typeface="Aptos"/>
              </a:rPr>
              <a:t>Benefits: easier coordination • traceability • reusable clothing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EDCC5"/>
                </a:solidFill>
                <a:latin typeface="Aptos"/>
              </a:rPr>
              <a:t>07 • 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ptos Display"/>
              </a:rPr>
              <a:t>From a useful demo to a community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2E6D7"/>
                </a:solidFill>
                <a:latin typeface="Aptos"/>
              </a:rPr>
              <a:t>The foundation is in place. Next, make it secure, scalable, and genuinely connected to local partners.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3474720" cy="2057400"/>
          </a:xfrm>
          <a:prstGeom prst="roundRect">
            <a:avLst/>
          </a:prstGeom>
          <a:solidFill>
            <a:srgbClr val="224E40"/>
          </a:solidFill>
          <a:ln>
            <a:solidFill>
              <a:srgbClr val="46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65176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0A56B"/>
                </a:solidFill>
                <a:latin typeface="Aptos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017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Donation form + CRUD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675887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0E2D5"/>
                </a:solidFill>
                <a:latin typeface="Aptos"/>
              </a:rPr>
              <a:t>Persistent records, pickup preferences, status updates, and dashboard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423160"/>
            <a:ext cx="3474720" cy="2057400"/>
          </a:xfrm>
          <a:prstGeom prst="roundRect">
            <a:avLst/>
          </a:prstGeom>
          <a:solidFill>
            <a:srgbClr val="224E40"/>
          </a:solidFill>
          <a:ln>
            <a:solidFill>
              <a:srgbClr val="46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265176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1BC93"/>
                </a:solidFill>
                <a:latin typeface="Aptos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017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MERN + secure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675887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0E2D5"/>
                </a:solidFill>
                <a:latin typeface="Aptos"/>
              </a:rPr>
              <a:t>Move to React, Node.js/Express, MongoDB; add donor, organization, and admin authentication.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423160"/>
            <a:ext cx="3474720" cy="2057400"/>
          </a:xfrm>
          <a:prstGeom prst="roundRect">
            <a:avLst/>
          </a:prstGeom>
          <a:solidFill>
            <a:srgbClr val="224E40"/>
          </a:solidFill>
          <a:ln>
            <a:solidFill>
              <a:srgbClr val="46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76488" y="265176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BA4E1"/>
                </a:solidFill>
                <a:latin typeface="Aptos"/>
              </a:rP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3017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Smarter coordination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3675887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0E2D5"/>
                </a:solidFill>
                <a:latin typeface="Aptos"/>
              </a:rPr>
              <a:t>Pickup notifications, organization matching, map-based routes, multilingual UI, and analytics.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983480"/>
            <a:ext cx="7589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One donation may look small. Together, thousands of small acts can create a stronger reuse culture.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263640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EDCC5"/>
                </a:solidFill>
                <a:latin typeface="Aptos"/>
              </a:rPr>
              <a:t>WEARSHARE  •  GIVE CLOTHES A SECOND LIFE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2636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DCC5"/>
                </a:solidFill>
                <a:latin typeface="Aptos"/>
              </a:rPr>
              <a:t>07 / 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7CA8A-78A6-EFB7-67FB-978DE07C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Thank you!</a:t>
            </a:r>
            <a:endParaRPr lang="en-IN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6C3A-43AF-0462-24F7-327ADAD89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7743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910</Words>
  <Application>Microsoft Office PowerPoint</Application>
  <PresentationFormat>Widescreen</PresentationFormat>
  <Paragraphs>156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Bell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WearShare — 7-Slide Hackathon Presentation</dc:title>
  <dc:subject>Clothing Donation Platform</dc:subject>
  <dc:creator>WearShare Project Team</dc:creator>
  <cp:keywords>Clothing Donation, Hackathon, Sustainability, CRUD, Web Application</cp:keywords>
  <dc:description>generated using python-pptx</dc:description>
  <cp:lastModifiedBy>Rajitha Dell</cp:lastModifiedBy>
  <cp:revision>2</cp:revision>
  <dcterms:created xsi:type="dcterms:W3CDTF">2013-01-27T09:14:16Z</dcterms:created>
  <dcterms:modified xsi:type="dcterms:W3CDTF">2026-10-10T05:03:34Z</dcterms:modified>
  <cp:category/>
</cp:coreProperties>
</file>